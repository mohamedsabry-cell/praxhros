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Praxion HROS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User Journey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All 14 Personas — Lifecycle &amp; Task-Based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April 2026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97280"/>
            <a:ext cx="1828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14 Personas Across 3 Groups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560320" cy="365760"/>
          </a:xfrm>
          <a:prstGeom prst="round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Egybell HR Ops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HR Director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HR Manager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HR Specialist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Recruiter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Payroll Officer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Finance Manager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Finance Officer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Training Lead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Platform Admin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System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914400"/>
            <a:ext cx="2560320" cy="3657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Client Tenant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Client Admin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Client SPOC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Client 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14400"/>
            <a:ext cx="2560320" cy="3657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 Users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Employee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Line Manager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Contractor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256032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70+ Journey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389120"/>
            <a:ext cx="2560320" cy="6400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 Modules 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9120"/>
            <a:ext cx="2560320" cy="640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 Delivery 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Top Themes Across All Journeys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411480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Manual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Validation error friction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Limited real-time visibility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Complex approval chains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05840"/>
            <a:ext cx="411480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Automation of reminders &amp; escalations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AI-assisted screening &amp; OCR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Self-service dashboards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Unified cross-module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HR Director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Strategic HR Leadership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Onboard &gt; Strategy &gt; Monitor &gt; Compliance &gt; Initiatives &gt;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Limited cross-module dashboards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Time-consuming audits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Manual policy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AI-powered insights dashboard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Automated compliance alerts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Unified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HR Director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HR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Day-to-Day HR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Access &gt; Configure &gt; Operate &gt; Cycles &gt; Escalate &gt;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Complex termination flows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Scattered approval chains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Manual cycle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Automated termination wizard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Smart escalation routing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Self-service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HR Manager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HR Specialist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Data Management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Train &gt; Requests &gt; Docs &gt; Bulk Ops &gt; Audit &gt;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Time-consuming bulk imports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Manual doc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Error-prone data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Bulk import wizard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Automated doc expiry alerts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Data validation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HR Specialist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Recruiter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Talent Acquisition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Requisition &gt; Source &gt; Screen &gt; Interview &gt; Offer &gt;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Manual sourcing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Slow screening process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Fragmented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AI candidate screening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Auto offer generation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Integrated sourcing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Recruiter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Payroll Officer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Payroll Operations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Configure &gt; Collect &gt; Run &gt; Exceptions &gt; Reports &gt; Statutory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Exception handling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Manual NOSI prep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Statutory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Exception auto-routing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Automated NOSI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Compliance checklist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Payroll Officer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Finance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Financial Planning &amp;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Billing &gt; Budgets &gt; Approve &gt; Revenue &gt; Forecast &gt;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Manual billing review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Budget variance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Scattered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Automated billing alerts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Budget forecasting AI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Unified approval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Finance Manager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Finance Officer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Financial Transactions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Learn &gt; Transactions &gt; Reconcile &gt; Exceptions &gt; Month-End &gt;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Manual reconciliation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FX complexity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Month-end delays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Auto-reconciliation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FX rate sync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Streamlined month-end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Finance Officer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Training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Learning &amp;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Catalogue &gt; Paths &gt; Assign &gt; Monitor &gt; Certify &gt;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Scattered L&amp;D tools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Manual compliance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Limited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Integrated learning platform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Auto-compliance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Engagement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Training Lead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Platform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System Infrastructure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Setup &gt; Tenants &gt; Monitor &gt; Backups &gt; Incidents &gt;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Manual tenant provisioning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Reactive incidents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Capacity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Automated provisioning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Predictive alerting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Capacity forecasting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Platform Admin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System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RBAC &gt; Users &gt; SSO &gt; Workflows &gt; Audit &gt;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Complex RBAC config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SSO complexity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Audit trails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Visual RBAC builder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SSO templates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Enhanced audit logs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System Admin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Client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Client Tenant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Welcome &gt; Configure &gt; Users &gt; Org &gt; Requests &gt;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Configuration complexity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User management overhead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Limited self-service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Setup wizard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User bulk import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Self-service portal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Client Admin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Client SPOC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Client Success &amp; Operations Point of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Briefed &gt; Candidates &gt; Hires &gt; Onboarding &gt; KPIs &gt;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Manual candidate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Slow onboarding coordination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KPI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Automated shortlist approval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Onboarding dashboard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KPI self-serve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Client SPOC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Client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Client Financial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Billing Setup &gt; Invoices &gt; Review &gt; Pay &gt; Reconcile &gt; Dispute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Invoice discrepancies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Slow payment processing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Reconciliation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Auto invoice validation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One-click payment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Smart reconciliation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Client Finance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937"/>
                </a:solidFill>
              </a:defRPr>
            </a:pPr>
            <a:r>
              <a:t>Contractor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Temporary Workforce &amp; Independent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Lifecycle: Engage &gt; Profile &gt; Time &gt; Invoice &gt; Payment &gt; Renew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Key Pain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Invoice tracking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Payment delays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Limited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Key 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Invoice auto-generation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Faster payments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Self-service portal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Contractor — Key Task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Multi-step workflows with approval gates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Data validation and error handling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Cross-module coordination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Reporting and compliance requirements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Automation opportunities throughout journeys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Cross-Persona Interaction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1920" y="822960"/>
            <a:ext cx="1280160" cy="457200"/>
          </a:xfrm>
          <a:prstGeom prst="round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822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 Director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118872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HR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118872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118872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Recruiter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118872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Payroll Officer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743200"/>
            <a:ext cx="1097280" cy="4114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Employees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743200"/>
            <a:ext cx="1097280" cy="4114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Line Managers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743200"/>
            <a:ext cx="1097280" cy="4114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</a:defRPr>
            </a:pPr>
            <a:r>
              <a:t>Legend: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228600" cy="228600"/>
          </a:xfrm>
          <a:prstGeom prst="round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490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Leadership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749039"/>
            <a:ext cx="228600" cy="228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7490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749039"/>
            <a:ext cx="228600" cy="2286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37490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</a:defRPr>
            </a:pPr>
            <a:r>
              <a:t>End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