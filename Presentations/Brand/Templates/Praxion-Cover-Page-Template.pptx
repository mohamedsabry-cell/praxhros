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2828925" cy="5029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785860" y="629412"/>
            <a:ext cx="76200" cy="76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502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spc="160">
                <a:solidFill>
                  <a:srgbClr val="CADCFC"/>
                </a:solidFill>
                <a:latin typeface="Inter"/>
              </a:rPr>
              <a:t>{{ CLASSIFICATION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40">
                <a:solidFill>
                  <a:srgbClr val="F59E0B"/>
                </a:solidFill>
                <a:latin typeface="Inter"/>
              </a:rPr>
              <a:t>{{ DOC_TYPE 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Inter"/>
              </a:rPr>
              <a:t>{{ TITLE 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9D3C5"/>
                </a:solidFill>
                <a:latin typeface="DM Sans"/>
              </a:rPr>
              <a:t>{{ SUBTITLE 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93008"/>
            <a:ext cx="5486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33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{{ VERSION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39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33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M Sans"/>
              </a:rPr>
              <a:t>{{ DATE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3367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M Sans"/>
              </a:rPr>
              <a:t>{{ AUTHOR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spc="80">
                <a:solidFill>
                  <a:srgbClr val="0B1437"/>
                </a:solidFill>
                <a:latin typeface="Inter"/>
              </a:rPr>
              <a:t>{{ STATUS 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091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OWNER / APPROVER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65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M Sans"/>
              </a:rPr>
              <a:t>{{ OWNER 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091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DOCUMENT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965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{{ DOC_ID 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CADCFC"/>
                </a:solidFill>
                <a:latin typeface="Inter"/>
              </a:rPr>
              <a:t>LATEST VERSIONS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33288"/>
            <a:ext cx="10698480" cy="9525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881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onsolas"/>
              </a:rPr>
              <a:t>v0.3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78815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DM Sans"/>
              </a:rPr>
              <a:t>19 Apr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788152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DM Sans"/>
              </a:rPr>
              <a:t>Current draft — module scope refinements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onsolas"/>
              </a:rPr>
              <a:t>v0.2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9893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DM Sans"/>
              </a:rPr>
              <a:t>12 Apr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989320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DM Sans"/>
              </a:rPr>
              <a:t>Incorporated discovery findings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9048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onsolas"/>
              </a:rPr>
              <a:t>v0.1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61904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DM Sans"/>
              </a:rPr>
              <a:t>05 Apr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6190488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DM Sans"/>
              </a:rPr>
              <a:t>Initial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37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DM Sans"/>
              </a:rPr>
              <a:t>© 2026 PraxionHR · All rights reserved · praxionhr.com</a:t>
            </a:r>
          </a:p>
        </p:txBody>
      </p:sp>
      <p:sp>
        <p:nvSpPr>
          <p:cNvPr id="36" name="Oval 35"/>
          <p:cNvSpPr/>
          <p:nvPr/>
        </p:nvSpPr>
        <p:spPr>
          <a:xfrm>
            <a:off x="11065510" y="6630670"/>
            <a:ext cx="88900" cy="8890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248390" y="6630670"/>
            <a:ext cx="88900" cy="88900"/>
          </a:xfrm>
          <a:prstGeom prst="ellipse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31270" y="6630670"/>
            <a:ext cx="88900" cy="889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