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4114800" cy="41148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914400"/>
            <a:ext cx="3200400" cy="3200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Calibri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Your Complete HR</a:t>
            </a:r>
          </a:p>
          <a:p>
            <a:pPr algn="l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A modern, cloud-native platform to manage your entire</a:t>
            </a:r>
            <a:br/>
            <a:r>
              <a:t>workforce — from hire to retire.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3152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437"/>
                </a:solidFill>
                <a:latin typeface="Calibri"/>
              </a:defRPr>
            </a:pPr>
            <a:r>
              <a:t>Egybell  ·  Powering the Future of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WHAT IS PRAXION HROS?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A99"/>
                </a:solidFill>
                <a:latin typeface="Calibri"/>
              </a:defRPr>
            </a:pPr>
            <a:r>
              <a:t>Praxion HROS is a complete Human Resource Operating System — a single platform that replaces scattered tools and manual processes with one unified, intelligent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96596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9659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All-in-One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Every HR function in</a:t>
            </a:r>
            <a:br/>
            <a:r>
              <a:t>one platform — no more</a:t>
            </a:r>
            <a:br/>
            <a:r>
              <a:t>juggling multiple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74519"/>
            <a:ext cx="196596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1874519"/>
            <a:ext cx="196596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Cloud-Native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Access anywhere, anytime.</a:t>
            </a:r>
            <a:br/>
            <a:r>
              <a:t>Always up-to-date with</a:t>
            </a:r>
            <a:br/>
            <a:r>
              <a:t>automatic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874519"/>
            <a:ext cx="196596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874519"/>
            <a:ext cx="1965960" cy="5486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Multi-Tenant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Serve multiple clients</a:t>
            </a:r>
            <a:br/>
            <a:r>
              <a:t>from one platform with</a:t>
            </a:r>
            <a:br/>
            <a:r>
              <a:t>complete data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874519"/>
            <a:ext cx="1965960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1874519"/>
            <a:ext cx="196596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011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Intelligent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Built-in analytics and</a:t>
            </a:r>
            <a:br/>
            <a:r>
              <a:t>automation to make</a:t>
            </a:r>
            <a:br/>
            <a:r>
              <a:t>smarter HR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One system. Every employee. Every process. Every insight.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13 integrated modules covering every HR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965960" cy="1143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16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Core HRIS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Employee records,</a:t>
            </a:r>
            <a:br/>
            <a:r>
              <a:t>org structure,</a:t>
            </a:r>
            <a:br/>
            <a:r>
              <a:t>self-service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1965960" cy="1143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216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Payroll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508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Salary processing,</a:t>
            </a:r>
            <a:br/>
            <a:r>
              <a:t>tax &amp; social insurance,</a:t>
            </a:r>
            <a:br/>
            <a:r>
              <a:t>Egyptian 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43000"/>
            <a:ext cx="1965960" cy="1143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16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System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508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User management,</a:t>
            </a:r>
            <a:br/>
            <a:r>
              <a:t>roles, audit logs,</a:t>
            </a:r>
            <a:br/>
            <a:r>
              <a:t>configuration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143000"/>
            <a:ext cx="1965960" cy="1143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1216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1508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Client invoicing,</a:t>
            </a:r>
            <a:br/>
            <a:r>
              <a:t>payments, revenue</a:t>
            </a:r>
            <a:br/>
            <a:r>
              <a:t>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196596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Recruitment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Job postings, ATS,</a:t>
            </a:r>
            <a:br/>
            <a:r>
              <a:t>interview scheduling,</a:t>
            </a:r>
            <a:br/>
            <a:r>
              <a:t>offer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468880"/>
            <a:ext cx="196596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Pre-boarding, day-one</a:t>
            </a:r>
            <a:br/>
            <a:r>
              <a:t>checklists, offboarding,</a:t>
            </a:r>
            <a:br/>
            <a:r>
              <a:t>exit workflows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468880"/>
            <a:ext cx="196596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Client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Client dashboards,</a:t>
            </a:r>
            <a:br/>
            <a:r>
              <a:t>employee directory,</a:t>
            </a:r>
            <a:br/>
            <a:r>
              <a:t>SLA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468880"/>
            <a:ext cx="1965960" cy="1143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Contractors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Contractor profiles,</a:t>
            </a:r>
            <a:br/>
            <a:r>
              <a:t>timesheets, contracts,</a:t>
            </a:r>
            <a:br/>
            <a:r>
              <a:t>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1965960" cy="1143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Goals, KPIs, reviews,</a:t>
            </a:r>
            <a:br/>
            <a:r>
              <a:t>360 feedback,</a:t>
            </a:r>
            <a:br/>
            <a:r>
              <a:t>PIP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794760"/>
            <a:ext cx="1965960" cy="1143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5768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Course catalogue,</a:t>
            </a:r>
            <a:br/>
            <a:r>
              <a:t>learning paths,</a:t>
            </a:r>
            <a:br/>
            <a:r>
              <a:t>certifications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794760"/>
            <a:ext cx="1965960" cy="1143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Benefits enrollment,</a:t>
            </a:r>
            <a:br/>
            <a:r>
              <a:t>expense claims,</a:t>
            </a:r>
            <a:br/>
            <a:r>
              <a:t>reimbursements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794760"/>
            <a:ext cx="1965960" cy="11430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3448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8ECF3"/>
                </a:solidFill>
                <a:latin typeface="Calibri"/>
              </a:defRPr>
            </a:pPr>
            <a:r>
              <a:t>Leave requests, approvals,</a:t>
            </a:r>
            <a:br/>
            <a:r>
              <a:t>payslips, notifications</a:t>
            </a:r>
            <a:br/>
            <a:r>
              <a:t>— on the 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1605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Analytics &amp; Reporting  —  Dashboards, custom reports, predictive insights, data exports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WHY PRAXION HROS?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Key benefits for Egybell and your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Eliminate Manual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Automate payroll, leave management, onboarding, and approvals. Reduce HR admin time by up to 60%.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143000"/>
            <a:ext cx="54864" cy="1051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16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Serve Multiple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270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Multi-tenant architecture means you can manage HR for all your clients from one platform with complete data isolation.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54864" cy="10515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50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Stay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Egyptian labour law, social insurance, and tax rules built in. Automatic updates when regulations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377440"/>
            <a:ext cx="54864" cy="1051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450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Real-Time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7614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Dashboards and analytics give leadership instant insight into headcount, turnover, costs, and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54864" cy="10515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85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Employee Self-Service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959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Employees handle their own leave requests, payslips, expenses, and profile updates — freeing HR for strategic 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611880"/>
            <a:ext cx="402336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3611880"/>
            <a:ext cx="54864" cy="1051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685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✓  Secure &amp; Scalable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9959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Enterprise-grade security with role-based access, audit trails, and infrastructure that grows with your business.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9D3C5"/>
                </a:solidFill>
                <a:latin typeface="Calibri"/>
              </a:defRPr>
            </a:pPr>
            <a:r>
              <a:t>A simple, connected experience for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CF3"/>
                </a:solidFill>
                <a:latin typeface="Calibri"/>
              </a:defRPr>
            </a:pPr>
            <a:r>
              <a:t>Manage employees, run payroll,</a:t>
            </a:r>
            <a:br/>
            <a:r>
              <a:t>track compliance, generate reports,</a:t>
            </a:r>
            <a:br/>
            <a:r>
              <a:t>configure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51760" cy="1828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Managers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914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CF3"/>
                </a:solidFill>
                <a:latin typeface="Calibri"/>
              </a:defRPr>
            </a:pPr>
            <a:r>
              <a:t>Approve requests, review</a:t>
            </a:r>
            <a:br/>
            <a:r>
              <a:t>performance, track team KPIs,</a:t>
            </a:r>
            <a:br/>
            <a:r>
              <a:t>manage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18288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CF3"/>
                </a:solidFill>
                <a:latin typeface="Calibri"/>
              </a:defRPr>
            </a:pPr>
            <a:r>
              <a:t>Self-service portal, submit</a:t>
            </a:r>
            <a:br/>
            <a:r>
              <a:t>leave &amp; expenses, view payslips,</a:t>
            </a:r>
            <a:br/>
            <a:r>
              <a:t>access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9D3C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9D3C5"/>
                </a:solidFill>
                <a:latin typeface="Calibri"/>
              </a:defRPr>
            </a:pPr>
            <a:r>
              <a:t>PRAXION HROS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ECF3"/>
                </a:solidFill>
                <a:latin typeface="Calibri"/>
              </a:defRPr>
            </a:pPr>
            <a:r>
              <a:t>Web App  •  Mobile App  •  Client Portal  •  API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BUILT WITH MODERN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Enterprise-grade infrastructure you can rely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0233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1437"/>
                </a:solidFill>
                <a:latin typeface="Calibri"/>
              </a:defRPr>
            </a:pPr>
            <a:r>
              <a:t>Fast &amp; Responsive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Built with React &amp; Next.js for a smooth,</a:t>
            </a:r>
            <a:br/>
            <a:r>
              <a:t>modern user experience on any device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4023360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1437"/>
                </a:solidFill>
                <a:latin typeface="Calibri"/>
              </a:defRPr>
            </a:pPr>
            <a:r>
              <a:t>Powerful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NestJS microservices architecture</a:t>
            </a:r>
            <a:br/>
            <a:r>
              <a:t>for reliability and performance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402336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1437"/>
                </a:solidFill>
                <a:latin typeface="Calibri"/>
              </a:defRPr>
            </a:pPr>
            <a:r>
              <a:t>Secure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PostgreSQL with row-level security</a:t>
            </a:r>
            <a:br/>
            <a:r>
              <a:t>ensuring complete tenant data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56032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560320"/>
            <a:ext cx="4023360" cy="5486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697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1437"/>
                </a:solidFill>
                <a:latin typeface="Calibri"/>
              </a:defRPr>
            </a:pPr>
            <a:r>
              <a:t>100% 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0175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End-to-end type safety means fewer</a:t>
            </a:r>
            <a:br/>
            <a:r>
              <a:t>bugs and faster development cycles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 Microservices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023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Multi-Tenant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023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23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99.9% Uptime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Your data is protected at every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54864" cy="7315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18 predefined roles with granular permissions across all 13 modules. Every action is controlled and auditable.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Complete Data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Each client's data is completely separated using row-level security. No cross-tenant data leakage is possible.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54864" cy="7315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26079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Egyptian Labour 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Payroll, leave, and employment rules are built to comply with Egyptian regulations from day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54864" cy="7315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4759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1437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9651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Every change is logged — who did what, when, and why. Perfect for compliance audits and regulatory reporting.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12-month journey from kickoff to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8229600" cy="54864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737360"/>
            <a:ext cx="320040" cy="320040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965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965960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822960" cy="2743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97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Platform setup, Core HR,</a:t>
            </a:r>
            <a:br/>
            <a:r>
              <a:t>Payroll, System Admin,</a:t>
            </a:r>
            <a:br/>
            <a:r>
              <a:t>Billing &amp; Invoicing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1737360"/>
            <a:ext cx="320040" cy="3200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2194560"/>
            <a:ext cx="1965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2194560"/>
            <a:ext cx="19659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15768" y="2331720"/>
            <a:ext cx="822960" cy="2743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697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Recruitment &amp; ATS,</a:t>
            </a:r>
            <a:br/>
            <a:r>
              <a:t>Onboarding/Offboarding,</a:t>
            </a:r>
            <a:br/>
            <a:r>
              <a:t>Client Portal</a:t>
            </a:r>
          </a:p>
        </p:txBody>
      </p:sp>
      <p:sp>
        <p:nvSpPr>
          <p:cNvPr id="21" name="Oval 20"/>
          <p:cNvSpPr/>
          <p:nvPr/>
        </p:nvSpPr>
        <p:spPr>
          <a:xfrm>
            <a:off x="5532120" y="173736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194560"/>
            <a:ext cx="1965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2194560"/>
            <a:ext cx="196596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64608" y="2331720"/>
            <a:ext cx="822960" cy="274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2697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Performance &amp; KPIs,</a:t>
            </a:r>
            <a:br/>
            <a:r>
              <a:t>Training, Benefits,</a:t>
            </a:r>
            <a:br/>
            <a:r>
              <a:t>Contractor Management</a:t>
            </a:r>
          </a:p>
        </p:txBody>
      </p:sp>
      <p:sp>
        <p:nvSpPr>
          <p:cNvPr id="28" name="Oval 27"/>
          <p:cNvSpPr/>
          <p:nvPr/>
        </p:nvSpPr>
        <p:spPr>
          <a:xfrm>
            <a:off x="7680960" y="1737360"/>
            <a:ext cx="320040" cy="32004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2194560"/>
            <a:ext cx="1965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2194560"/>
            <a:ext cx="196596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13448" y="2331720"/>
            <a:ext cx="822960" cy="27432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2697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Analytics, Mobile App,</a:t>
            </a:r>
            <a:br/>
            <a:r>
              <a:t>Integration Testing,</a:t>
            </a:r>
            <a:br/>
            <a:r>
              <a:t>Go-Live: 14 Mar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9D3C5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5CFC"/>
                </a:solidFill>
                <a:latin typeface="Calibri"/>
              </a:defRPr>
            </a:pPr>
            <a:r>
              <a:t>GO-LIVE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WHERE WE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Discovery phase complete — ready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We have completed a thorough discovery phase to ensure we build exactly what you need. Here is what has been delivered: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13 Business Requirements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Detailed scope for every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69164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69164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195 User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Prioritised backlog with effort estimates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3-part technical specification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65176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265176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Security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18 roles, access matrix, governance 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Implementation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95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Week-by-week plan across 11 phases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611880"/>
            <a:ext cx="40233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61188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✓  Stakeholder Questionnaires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995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B7A99"/>
                </a:solidFill>
                <a:latin typeface="Calibri"/>
              </a:defRPr>
            </a:pPr>
            <a:r>
              <a:t>Validation in progress with all departments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54864" cy="1554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User Stories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1,216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Story 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Security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0175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017520"/>
            <a:ext cx="54864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User Personas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2651760" cy="15544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CF3"/>
                </a:solidFill>
                <a:latin typeface="Calibri"/>
              </a:defRPr>
            </a:pPr>
            <a:r>
              <a:t>Delivery Phases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WHAT HAPPENS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24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Stakeholder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Department heads review and confirm requirements via questionnaires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34439"/>
            <a:ext cx="128016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2344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39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Team Mobilisation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Development team onboarding, environment setup, tooling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148840"/>
            <a:ext cx="128016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53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Build Begins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Phase 1 development: Core HR, Payroll, System Admin, Billing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063240"/>
            <a:ext cx="128016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063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67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Full platform launch with all 13 modules operational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977640"/>
            <a:ext cx="128016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977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Egybell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2926080"/>
            <a:ext cx="3657600" cy="36576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-1371600"/>
            <a:ext cx="3657600" cy="3657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Calibri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Let’s Build the Future</a:t>
            </a:r>
            <a:br/>
            <a:r>
              <a:t>of HR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51760"/>
            <a:ext cx="1463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A99"/>
                </a:solidFill>
                <a:latin typeface="Calibri"/>
              </a:defRPr>
            </a:pPr>
            <a:r>
              <a:t>Questions? Reach out anytime.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200" b="0">
                <a:solidFill>
                  <a:srgbClr val="6B7A99"/>
                </a:solidFill>
                <a:latin typeface="Calibri"/>
              </a:defRPr>
            </a:pPr>
            <a:r>
              <a:t>Sabry Mohamed  •  Project Director</a:t>
            </a:r>
          </a:p>
          <a:p>
            <a:pPr algn="ctr">
              <a:lnSpc>
                <a:spcPts val="2000"/>
              </a:lnSpc>
              <a:defRPr sz="1200" b="0">
                <a:solidFill>
                  <a:srgbClr val="6B7A99"/>
                </a:solidFill>
                <a:latin typeface="Calibri"/>
              </a:defRPr>
            </a:pPr>
            <a:r>
              <a:t>mohamed.sabry@praxionhr.com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437"/>
                </a:solidFill>
                <a:latin typeface="Calibri"/>
              </a:defRPr>
            </a:pPr>
            <a:r>
              <a:t>Egybell  ·  Praxion HR Operating System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